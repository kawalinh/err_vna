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3" r:id="rId3"/>
    <p:sldId id="257" r:id="rId4"/>
    <p:sldId id="259" r:id="rId5"/>
    <p:sldId id="260" r:id="rId6"/>
    <p:sldId id="261" r:id="rId7"/>
    <p:sldId id="262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236" autoAdjust="0"/>
  </p:normalViewPr>
  <p:slideViewPr>
    <p:cSldViewPr snapToGrid="0">
      <p:cViewPr>
        <p:scale>
          <a:sx n="75" d="100"/>
          <a:sy n="75" d="100"/>
        </p:scale>
        <p:origin x="516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0B41E9-0A8D-444F-8788-D07D93EBE92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0311D-DF06-4912-8C4F-4EB5C2060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501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0311D-DF06-4912-8C4F-4EB5C206096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246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1D225-B513-6176-95FD-936FD6C66C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05D1EE-D9AA-E1E4-BF5A-207193ED43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D1DA50-6718-16B2-755F-4244420A0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AC927-43E7-4230-8B52-AF6C4FD20DAA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AAEEC-942E-E5BF-F3CA-B6391B3F4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6ABF5-59F8-ABA8-F23A-0EE7E4223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DD2E6-4144-4712-9821-7C8CE509A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040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D1239-8905-6FAE-2D70-3B94EB520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908BA-B7B9-B1E9-7BAC-0D241802D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AC648-BEA8-0593-8D4D-BFA6E8219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AC927-43E7-4230-8B52-AF6C4FD20DAA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714072-8B1A-38A8-ED35-9EADD63AF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00328-C47C-E530-50BA-FCB321BCC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DD2E6-4144-4712-9821-7C8CE509A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171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C360C-83CF-E77F-6257-B2B71FB61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10933D-9E62-971E-D517-7017AEA556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C604B-3B7C-FF8E-CB36-FD41BEB40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AC927-43E7-4230-8B52-AF6C4FD20DAA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AA05CD-232D-AC57-3FF3-41BC83002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35AC4-7DA0-BC21-6D60-C2EDAB8D1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DD2E6-4144-4712-9821-7C8CE509A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796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660D5-CFB8-7D87-E762-E24659E7D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99BDB-AE1F-2ABB-D1C7-0BA5D4766C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773A81-441E-B03F-32EF-DA077BA924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D47F9B-F824-CA10-FA65-C8E9AA7A1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AC927-43E7-4230-8B52-AF6C4FD20DAA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B8904F-9077-F7CA-E41E-BD139066C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C219E0-6832-7A8E-CE8F-D0436D9D7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DD2E6-4144-4712-9821-7C8CE509A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156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D0D2F-820B-1664-6A9C-E4979D950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3BE59-6D79-30A5-AB5A-0C1DE7035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2B9643-0A3E-BDCF-8A9A-51A11DC4A2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5E1029-E5CE-21CB-5B94-E6CF86879E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D0DB2F-7875-8260-37E4-1604B4BC62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A7C0F1-4325-B6FB-3417-FB6E81353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AC927-43E7-4230-8B52-AF6C4FD20DAA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D431F8-2418-1694-0FAD-99AE5D27C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47783A-5290-0F64-EAA1-2B47C9237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DD2E6-4144-4712-9821-7C8CE509A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643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814CB-01BE-4778-F29E-55A0A3104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86B74D-9009-173D-0608-3305BAF85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AC927-43E7-4230-8B52-AF6C4FD20DAA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A4FED-8146-BE1F-B832-D527AD72A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382996-22F1-1DC4-B982-EDA32BBC7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DD2E6-4144-4712-9821-7C8CE509A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49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FF39D8-7D20-F929-61D9-54D69E68E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AC927-43E7-4230-8B52-AF6C4FD20DAA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387804-7246-8639-6078-116858486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A69F0A-E633-E0D5-76DB-1C682631B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DD2E6-4144-4712-9821-7C8CE509A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680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D1FC9-1683-E7C0-41B1-853B5448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10201-F857-8A81-EC6E-3ABE40139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32A5A3-DFA8-A884-758D-368E309E6A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1E8AA3-F635-5C00-4168-CEFAB1973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AC927-43E7-4230-8B52-AF6C4FD20DAA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209F93-F5AF-6147-BA69-FDBEC20A4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9E0A8F-FC5C-B871-5A15-1C432BBA4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DD2E6-4144-4712-9821-7C8CE509A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69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380AD-40EF-744F-2415-E6063FC1A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DB36DA-35E0-815A-906E-161A6A7633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4C3D16-72C9-A66F-9005-1057D7C7F1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1507E2-E6D5-F762-7195-E29CDC9E7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AC927-43E7-4230-8B52-AF6C4FD20DAA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A46137-202D-957A-4F35-0E4F9F265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9C2C28-7639-273D-519F-387AABF3D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DD2E6-4144-4712-9821-7C8CE509A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428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CF5C4-FE7B-5886-97C8-5D11FA786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6D9C20-DE97-0C96-2532-64077745A0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2019F-2D1D-A05B-050D-2D1F3D445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AC927-43E7-4230-8B52-AF6C4FD20DAA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7B713-50D3-5546-769D-A03DA0220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F7FAD-B724-CDAE-5852-72A75202C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DD2E6-4144-4712-9821-7C8CE509A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668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A722EE-28C9-4B58-43FA-5DA3130BF7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D8E50F-0072-2647-2A6D-AFA274DE91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88601A-8287-9D73-230F-A2659BC2B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AC927-43E7-4230-8B52-AF6C4FD20DAA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CCFA1-BB1F-8AD9-1434-70D1AA60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35D48-8E4E-AF87-1494-7783990BF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DD2E6-4144-4712-9821-7C8CE509A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717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5CFDAE-2E02-6C95-7B44-503758FCB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28BD4-5F7E-7AD0-682E-839078B19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1ECDA-9CE7-23D9-9DFF-3456171572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1AC927-43E7-4230-8B52-AF6C4FD20DAA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B6037-50F3-5D26-3910-B670B67CD1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EEC2A-4D37-7F12-55A0-642ECBA2BD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7DD2E6-4144-4712-9821-7C8CE509A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57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5C73FD-4475-110D-9298-4C73B459B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2DC5C0-28FE-3F50-4620-66C936C315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180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61E7DF-E35E-440C-D7ED-E16D7E217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Giai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đấu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4149CF-FA5D-2E9A-232A-84F649CEFB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473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A84EB43-4FDC-D60D-9BEA-C751FD988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Lựa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0108AC-2368-1E31-2300-96F401B5AE02}"/>
              </a:ext>
            </a:extLst>
          </p:cNvPr>
          <p:cNvSpPr txBox="1"/>
          <p:nvPr/>
        </p:nvSpPr>
        <p:spPr>
          <a:xfrm>
            <a:off x="886326" y="1523273"/>
            <a:ext cx="60970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lựa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đấu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đấu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quốc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hồ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sơ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FD93702-254F-F328-2EC3-93ACCE92B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08" y="2848836"/>
            <a:ext cx="8934450" cy="351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584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E9AC6-9C01-4292-35FA-1ABB293A5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876A49-0CFC-474D-210E-8B5322F94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5" y="1771120"/>
            <a:ext cx="7524750" cy="202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036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7DA9B-F10F-1F8A-7697-FBF4C1D82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lựa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đấu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E2BB75-79EA-404D-235C-775E940D6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52575"/>
            <a:ext cx="7543800" cy="405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037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7537A-1580-BE4B-2423-FC1EDF60D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đấu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quốc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2B7675-7656-597D-3E66-FF9B8F966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600" y="2058987"/>
            <a:ext cx="7524750" cy="126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878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4E4D4-94E2-4597-794F-1AB6A371A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/>
              <a:t>Đánh giá sau khi hết hạn nộp hồ sơ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4692B5-BA73-697E-9C6E-C69174B6A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41" y="1690688"/>
            <a:ext cx="756285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970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3A6EC-3F5E-0A7B-C579-F6C7C2A2E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F218DE-033F-AB7B-199D-BC57E2720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667" y="1489651"/>
            <a:ext cx="11171622" cy="4623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436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6BCDC-32CA-C34F-199C-E46067325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Giai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hoạch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đấu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11D09D-AAFA-F615-E5A8-4F2678017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532" y="1404894"/>
            <a:ext cx="6474715" cy="5216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985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6A912-1A0C-FA7E-280C-C361ED871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485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92</Words>
  <Application>Microsoft Office PowerPoint</Application>
  <PresentationFormat>Widescreen</PresentationFormat>
  <Paragraphs>12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Office Theme</vt:lpstr>
      <vt:lpstr>PowerPoint Presentation</vt:lpstr>
      <vt:lpstr>Giai đoạn trước đấu giá</vt:lpstr>
      <vt:lpstr>Lựa chọn tổ chức đầu giá</vt:lpstr>
      <vt:lpstr>Giai đoạn chuẩn bị </vt:lpstr>
      <vt:lpstr>Nội dung thông báo lựa chọn tổ chức đấu giá</vt:lpstr>
      <vt:lpstr>Đăng thông báo trên Cổng đấu giá tài sản quốc gia</vt:lpstr>
      <vt:lpstr>Đánh giá sau khi hết hạn nộp hồ sơ</vt:lpstr>
      <vt:lpstr>Tạo hợp đồng</vt:lpstr>
      <vt:lpstr>Giai đoạn 2: Lập kế hoạch đấu giá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 TRONG LINH(Le Trong Linh, Alex)</dc:creator>
  <cp:lastModifiedBy>LE TRONG LINH(Le Trong Linh, Alex)</cp:lastModifiedBy>
  <cp:revision>18</cp:revision>
  <dcterms:created xsi:type="dcterms:W3CDTF">2025-11-03T08:20:25Z</dcterms:created>
  <dcterms:modified xsi:type="dcterms:W3CDTF">2025-11-03T11:35:44Z</dcterms:modified>
</cp:coreProperties>
</file>